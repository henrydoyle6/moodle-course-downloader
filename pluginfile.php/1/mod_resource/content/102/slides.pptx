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867AE"/>
                </a:solidFill>
              </a:rPr>
              <a:t>Design Thinking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746"/>
                </a:solidFill>
              </a:rPr>
              <a:t>Observe. Define. Explore. Test.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746"/>
                </a:solidFill>
              </a:rPr>
              <a:t>Original demonstration material.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</dc:title>
  <dc:subject>Original review demonstration</dc:subject>
  <dc:creator>HANWEI LI</dc:creator>
  <cp:lastModifiedBy>HANWEI LI</cp:lastModifiedBy>
  <cp:revision>1</cp:revision>
  <dcterms:created xsi:type="dcterms:W3CDTF">2026-09-10T11:37:39Z</dcterms:created>
  <dcterms:modified xsi:type="dcterms:W3CDTF">2026-09-10T11:37:39Z</dcterms:modified>
</cp:coreProperties>
</file>